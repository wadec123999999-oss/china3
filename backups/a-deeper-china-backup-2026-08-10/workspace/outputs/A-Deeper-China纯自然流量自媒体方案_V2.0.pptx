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4de40867545ba" /><Relationship Type="http://schemas.openxmlformats.org/officeDocument/2006/relationships/extended-properties" Target="/docProps/app.xml" Id="R00b9762f7e854a22" /><Relationship Type="http://schemas.openxmlformats.org/officeDocument/2006/relationships/officeDocument" Target="/ppt/presentation.xml" Id="Rcd1f7f68426447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c4f9a0185420e"/>
  </p:sldMasterIdLst>
  <p:notesMasterIdLst>
    <p:notesMasterId xmlns:r="http://schemas.openxmlformats.org/officeDocument/2006/relationships" r:id="R6f89054797b143fc"/>
  </p:notesMasterIdLst>
  <p:sldIdLst>
    <p:sldId xmlns:r="http://schemas.openxmlformats.org/officeDocument/2006/relationships" id="256" r:id="R8a9abaae668f42f2"/>
    <p:sldId xmlns:r="http://schemas.openxmlformats.org/officeDocument/2006/relationships" id="257" r:id="Rb63297c580784a56"/>
    <p:sldId xmlns:r="http://schemas.openxmlformats.org/officeDocument/2006/relationships" id="258" r:id="Rc7b9c85b89364547"/>
    <p:sldId xmlns:r="http://schemas.openxmlformats.org/officeDocument/2006/relationships" id="259" r:id="R4d28095fad7d45e5"/>
    <p:sldId xmlns:r="http://schemas.openxmlformats.org/officeDocument/2006/relationships" id="260" r:id="R531c3770b94a4f01"/>
    <p:sldId xmlns:r="http://schemas.openxmlformats.org/officeDocument/2006/relationships" id="261" r:id="R5b92a14f14684ad5"/>
    <p:sldId xmlns:r="http://schemas.openxmlformats.org/officeDocument/2006/relationships" id="262" r:id="R6923a2b913304650"/>
    <p:sldId xmlns:r="http://schemas.openxmlformats.org/officeDocument/2006/relationships" id="263" r:id="R3ee97ba9a24a4016"/>
    <p:sldId xmlns:r="http://schemas.openxmlformats.org/officeDocument/2006/relationships" id="264" r:id="Ra4d1993c64d148ba"/>
    <p:sldId xmlns:r="http://schemas.openxmlformats.org/officeDocument/2006/relationships" id="265" r:id="Ra242e4a286dc4a16"/>
    <p:sldId xmlns:r="http://schemas.openxmlformats.org/officeDocument/2006/relationships" id="266" r:id="Rb85260d2e86844e9"/>
    <p:sldId xmlns:r="http://schemas.openxmlformats.org/officeDocument/2006/relationships" id="267" r:id="R162649b09b134563"/>
    <p:sldId xmlns:r="http://schemas.openxmlformats.org/officeDocument/2006/relationships" id="268" r:id="R65f60b5e59d5461f"/>
    <p:sldId xmlns:r="http://schemas.openxmlformats.org/officeDocument/2006/relationships" id="269" r:id="Raf1663b353d94d1f"/>
    <p:sldId xmlns:r="http://schemas.openxmlformats.org/officeDocument/2006/relationships" id="270" r:id="R0c80c9dca4534b12"/>
    <p:sldId xmlns:r="http://schemas.openxmlformats.org/officeDocument/2006/relationships" id="271" r:id="Rbcfb4e98eb31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dec52d87c4110" /><Relationship Type="http://schemas.openxmlformats.org/officeDocument/2006/relationships/slideMaster" Target="/ppt/slideMasters/slideMaster1.xml" Id="Re76c4f9a0185420e" /><Relationship Type="http://schemas.openxmlformats.org/officeDocument/2006/relationships/notesMaster" Target="/ppt/notesMasters/notesMaster1.xml" Id="R6f89054797b143fc" /><Relationship Type="http://schemas.openxmlformats.org/officeDocument/2006/relationships/presProps" Target="/ppt/presProps.xml" Id="R1c38ee90b3b64334" /><Relationship Type="http://schemas.openxmlformats.org/officeDocument/2006/relationships/tableStyles" Target="/ppt/tableStyles.xml" Id="R3c8bcd719afe453a" /><Relationship Type="http://schemas.openxmlformats.org/officeDocument/2006/relationships/slide" Target="/ppt/slides/slide1.xml" Id="R8a9abaae668f42f2" /><Relationship Type="http://schemas.openxmlformats.org/officeDocument/2006/relationships/slide" Target="/ppt/slides/slide2.xml" Id="Rb63297c580784a56" /><Relationship Type="http://schemas.openxmlformats.org/officeDocument/2006/relationships/slide" Target="/ppt/slides/slide3.xml" Id="Rc7b9c85b89364547" /><Relationship Type="http://schemas.openxmlformats.org/officeDocument/2006/relationships/slide" Target="/ppt/slides/slide4.xml" Id="R4d28095fad7d45e5" /><Relationship Type="http://schemas.openxmlformats.org/officeDocument/2006/relationships/slide" Target="/ppt/slides/slide5.xml" Id="R531c3770b94a4f01" /><Relationship Type="http://schemas.openxmlformats.org/officeDocument/2006/relationships/slide" Target="/ppt/slides/slide6.xml" Id="R5b92a14f14684ad5" /><Relationship Type="http://schemas.openxmlformats.org/officeDocument/2006/relationships/slide" Target="/ppt/slides/slide7.xml" Id="R6923a2b913304650" /><Relationship Type="http://schemas.openxmlformats.org/officeDocument/2006/relationships/slide" Target="/ppt/slides/slide8.xml" Id="R3ee97ba9a24a4016" /><Relationship Type="http://schemas.openxmlformats.org/officeDocument/2006/relationships/slide" Target="/ppt/slides/slide9.xml" Id="Ra4d1993c64d148ba" /><Relationship Type="http://schemas.openxmlformats.org/officeDocument/2006/relationships/slide" Target="/ppt/slides/slide10.xml" Id="Ra242e4a286dc4a16" /><Relationship Type="http://schemas.openxmlformats.org/officeDocument/2006/relationships/slide" Target="/ppt/slides/slide11.xml" Id="Rb85260d2e86844e9" /><Relationship Type="http://schemas.openxmlformats.org/officeDocument/2006/relationships/slide" Target="/ppt/slides/slide12.xml" Id="R162649b09b134563" /><Relationship Type="http://schemas.openxmlformats.org/officeDocument/2006/relationships/slide" Target="/ppt/slides/slide13.xml" Id="R65f60b5e59d5461f" /><Relationship Type="http://schemas.openxmlformats.org/officeDocument/2006/relationships/slide" Target="/ppt/slides/slide14.xml" Id="Raf1663b353d94d1f" /><Relationship Type="http://schemas.openxmlformats.org/officeDocument/2006/relationships/slide" Target="/ppt/slides/slide15.xml" Id="R0c80c9dca4534b12" /><Relationship Type="http://schemas.openxmlformats.org/officeDocument/2006/relationships/slide" Target="/ppt/slides/slide16.xml" Id="Rbcfb4e98eb31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cb55bd879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1d6eb089c344b0" /><Relationship Type="http://schemas.openxmlformats.org/officeDocument/2006/relationships/notesMaster" Target="/ppt/notesMasters/notesMaster1.xml" Id="R8c318b826023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283465a7d4151" /><Relationship Type="http://schemas.openxmlformats.org/officeDocument/2006/relationships/notesMaster" Target="/ppt/notesMasters/notesMaster1.xml" Id="Rf2143b844d53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092b652604522" /><Relationship Type="http://schemas.openxmlformats.org/officeDocument/2006/relationships/notesMaster" Target="/ppt/notesMasters/notesMaster1.xml" Id="R65c4fc89d045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491e20a2041a0" /><Relationship Type="http://schemas.openxmlformats.org/officeDocument/2006/relationships/notesMaster" Target="/ppt/notesMasters/notesMaster1.xml" Id="R0b9c8ef1a060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aef9a7259d44e1" /><Relationship Type="http://schemas.openxmlformats.org/officeDocument/2006/relationships/notesMaster" Target="/ppt/notesMasters/notesMaster1.xml" Id="R725208529b8347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ca76d2e2f64ea8" /><Relationship Type="http://schemas.openxmlformats.org/officeDocument/2006/relationships/notesMaster" Target="/ppt/notesMasters/notesMaster1.xml" Id="R68c2a45d975347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7f5b46d484e5d" /><Relationship Type="http://schemas.openxmlformats.org/officeDocument/2006/relationships/notesMaster" Target="/ppt/notesMasters/notesMaster1.xml" Id="Rfe194ec57aa94c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0ff88f73b4111" /><Relationship Type="http://schemas.openxmlformats.org/officeDocument/2006/relationships/notesMaster" Target="/ppt/notesMasters/notesMaster1.xml" Id="R503a461865974f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510b6de34a42b5" /><Relationship Type="http://schemas.openxmlformats.org/officeDocument/2006/relationships/notesMaster" Target="/ppt/notesMasters/notesMaster1.xml" Id="R886af325ab284c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3cfe6da29a42f0" /><Relationship Type="http://schemas.openxmlformats.org/officeDocument/2006/relationships/notesMaster" Target="/ppt/notesMasters/notesMaster1.xml" Id="Rf43cf3e4ccac4a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e41cf88df5461c" /><Relationship Type="http://schemas.openxmlformats.org/officeDocument/2006/relationships/notesMaster" Target="/ppt/notesMasters/notesMaster1.xml" Id="R947e6698c7a848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b66783f89146fc" /><Relationship Type="http://schemas.openxmlformats.org/officeDocument/2006/relationships/notesMaster" Target="/ppt/notesMasters/notesMaster1.xml" Id="R269f99be7fcb45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33489507154c89" /><Relationship Type="http://schemas.openxmlformats.org/officeDocument/2006/relationships/notesMaster" Target="/ppt/notesMasters/notesMaster1.xml" Id="Rb515a6fc940f46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08023f359049c4" /><Relationship Type="http://schemas.openxmlformats.org/officeDocument/2006/relationships/notesMaster" Target="/ppt/notesMasters/notesMaster1.xml" Id="R3192161d3f6748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2e14323e9f4267" /><Relationship Type="http://schemas.openxmlformats.org/officeDocument/2006/relationships/notesMaster" Target="/ppt/notesMasters/notesMaster1.xml" Id="R99915e115ef548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f005d070544918" /><Relationship Type="http://schemas.openxmlformats.org/officeDocument/2006/relationships/notesMaster" Target="/ppt/notesMasters/notesMaster1.xml" Id="R587e2baca847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视觉系统：design-system/a-deeper-china/MASTER.md</a:t>
            </a:r>
          </a:p>
          <a:p xmlns:a="http://schemas.openxmlformats.org/drawingml/2006/main">
            <a:r>
              <a:t>- 图片：output/playwright/site-preview-v0.3-chongqing.png（项目现有预览图）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YouTube Search &amp; Discovery Tips：https://support.google.com/youtube/answer/11914225?hl=en</a:t>
            </a:r>
          </a:p>
          <a:p xmlns:a="http://schemas.openxmlformats.org/drawingml/2006/main">
            <a:r>
              <a:t>- TikTok How content is recommended：https://support.tiktok.com/en/using-tiktok/exploring-videos/how-tiktok-recommends-content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YouTube Search &amp; Discovery Tips：https://support.google.com/youtube/answer/11914225?hl=en</a:t>
            </a:r>
          </a:p>
          <a:p xmlns:a="http://schemas.openxmlformats.org/drawingml/2006/main">
            <a:r>
              <a:t>- TikTok How content is recommended：https://support.tiktok.com/en/using-tiktok/exploring-videos/how-tiktok-recommends-content</a:t>
            </a:r>
          </a:p>
          <a:p xmlns:a="http://schemas.openxmlformats.org/drawingml/2006/main">
            <a:r>
              <a:t>- 截图采集：2026-08-09，未登录公开页面，仅作官方机制说明。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机制推导基于YouTube与TikTok官方推荐说明；项目内容闭环基于outputs/A-Deeper-China真正流量操盘方案_V2.0.md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YouTube公开搜索样本：https://www.youtube.com/results?search_query=china+travel+mistakes（采集于2026-08-09）</a:t>
            </a:r>
          </a:p>
          <a:p xmlns:a="http://schemas.openxmlformats.org/drawingml/2006/main">
            <a:r>
              <a:t>- 样本观察不是全量排名或稳定搜索量数据。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个人经历来源：用户在本项目对话中提供的背景信息。</a:t>
            </a:r>
          </a:p>
          <a:p xmlns:a="http://schemas.openxmlformats.org/drawingml/2006/main">
            <a:r>
              <a:t>- 品牌表达原则：design-system/a-deeper-china/MASTER.md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关键词需求结构：outputs/A-Deeper-China海外流量专业调查_V1.0.md</a:t>
            </a:r>
          </a:p>
          <a:p xmlns:a="http://schemas.openxmlformats.org/drawingml/2006/main">
            <a:r>
              <a:t>- 238个自动补全样本：outputs/traffic-research-v1/autocomplete-keywords-20260808.csv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TikTok官方推荐因素：https://support.tiktok.com/en/using-tiktok/exploring-videos/how-tiktok-recommends-content</a:t>
            </a:r>
          </a:p>
          <a:p xmlns:a="http://schemas.openxmlformats.org/drawingml/2006/main">
            <a:r>
              <a:t>- 短视频脚本结构为结合平台机制与A Deeper China产品定位的项目方案。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YouTube Search &amp; Discovery Tips：https://support.google.com/youtube/answer/11914225?hl=en</a:t>
            </a:r>
          </a:p>
          <a:p xmlns:a="http://schemas.openxmlformats.org/drawingml/2006/main">
            <a:r>
              <a:t>- YouTube公开搜索样本：https://www.youtube.com/results?search_query=china+itinerary+2+weeks（2026-08-09）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Reddit Reddiquette：https://support.reddithelp.com/hc/en-us/articles/205926439-Reddiquette</a:t>
            </a:r>
          </a:p>
          <a:p xmlns:a="http://schemas.openxmlformats.org/drawingml/2006/main">
            <a:r>
              <a:t>- 社区回答结构：outputs/traffic-research-v1/A-Deeper-China_30天海外流量执行表_V1.0.md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people-first content：https://developers.google.com/search/docs/fundamentals/creating-helpful-content</a:t>
            </a:r>
          </a:p>
          <a:p xmlns:a="http://schemas.openxmlformats.org/drawingml/2006/main">
            <a:r>
              <a:t>- 内容拆分结构为A Deeper China项目执行设计。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关键词与需求池：outputs/A-Deeper-China海外流量专业调查_V1.0.md</a:t>
            </a:r>
          </a:p>
          <a:p xmlns:a="http://schemas.openxmlformats.org/drawingml/2006/main">
            <a:r>
              <a:t>- Google people-first content：https://developers.google.com/search/docs/fundamentals/creating-helpful-content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选题依据：公开YouTube搜索样本、autocomplete-keywords-20260808.csv与A Deeper China产品定位。</a:t>
            </a:r>
          </a:p>
          <a:p xmlns:a="http://schemas.openxmlformats.org/drawingml/2006/main">
            <a:r>
              <a:t>- 标题为项目原创建议，需发布前按实际路线与核验状态调整。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工作量为本项目基于“一个周主题拆七个单元”的估算，不是平台保证。</a:t>
            </a:r>
          </a:p>
          <a:p xmlns:a="http://schemas.openxmlformats.org/drawingml/2006/main">
            <a:r>
              <a:t>- 分工依据用户的产品判断能力与Codex可承担的研究、写作、结构化工作。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YouTube指标依据：https://support.google.com/youtube/answer/11914225?hl=en</a:t>
            </a:r>
          </a:p>
          <a:p xmlns:a="http://schemas.openxmlformats.org/drawingml/2006/main">
            <a:r>
              <a:t>- TikTok指标依据：https://support.tiktok.com/en/using-tiktok/exploring-videos/how-tiktok-recommends-content</a:t>
            </a:r>
          </a:p>
          <a:p xmlns:a="http://schemas.openxmlformats.org/drawingml/2006/main">
            <a:r>
              <a:t>- 90天产出与业务目标为项目验证设计，不构成收入保证。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第一周动作基于本PPT自然流量机制与项目当前“尽快验证收入”的目标。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f5d64ad224a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58300b9e34481c" /><Relationship Type="http://schemas.openxmlformats.org/officeDocument/2006/relationships/slideLayout" Target="/ppt/slideLayouts/slideLayout1.xml" Id="Rb2a1b19c2a4045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1b19c2a4045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963dcb4cb4f24" /><Relationship Type="http://schemas.openxmlformats.org/officeDocument/2006/relationships/image" Target="/ppt/media/image.png" Id="Rd15d03c953704e63" /><Relationship Type="http://schemas.openxmlformats.org/officeDocument/2006/relationships/notesSlide" Target="/ppt/notesSlides/notesSlide1.xml" Id="R7ed285b777774a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7fdc3e684480c" /><Relationship Type="http://schemas.openxmlformats.org/officeDocument/2006/relationships/notesSlide" Target="/ppt/notesSlides/notesSlide2.xml" Id="R5a42d8c485c7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fd592255b4200" /><Relationship Type="http://schemas.openxmlformats.org/officeDocument/2006/relationships/image" Target="/ppt/media/image2.png" Id="R0968add24eed4ab8" /><Relationship Type="http://schemas.openxmlformats.org/officeDocument/2006/relationships/image" Target="/ppt/media/image3.png" Id="Rf6a1f861bd894d92" /><Relationship Type="http://schemas.openxmlformats.org/officeDocument/2006/relationships/notesSlide" Target="/ppt/notesSlides/notesSlide3.xml" Id="R75062fb1534146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4ab1dcd54d04" /><Relationship Type="http://schemas.openxmlformats.org/officeDocument/2006/relationships/notesSlide" Target="/ppt/notesSlides/notesSlide4.xml" Id="Rdf2a1c47b9394f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4fba84b154b87" /><Relationship Type="http://schemas.openxmlformats.org/officeDocument/2006/relationships/image" Target="/ppt/media/image4.png" Id="R42e2f799536b49ee" /><Relationship Type="http://schemas.openxmlformats.org/officeDocument/2006/relationships/notesSlide" Target="/ppt/notesSlides/notesSlide5.xml" Id="R21437319d4434c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4e419d9b4487b" /><Relationship Type="http://schemas.openxmlformats.org/officeDocument/2006/relationships/notesSlide" Target="/ppt/notesSlides/notesSlide6.xml" Id="Raff94cc7529243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866a67e6d48bd" /><Relationship Type="http://schemas.openxmlformats.org/officeDocument/2006/relationships/notesSlide" Target="/ppt/notesSlides/notesSlide7.xml" Id="Rba3815149703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de9e393224cac" /><Relationship Type="http://schemas.openxmlformats.org/officeDocument/2006/relationships/notesSlide" Target="/ppt/notesSlides/notesSlide8.xml" Id="R35a70fe45ad747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603e7774b4153" /><Relationship Type="http://schemas.openxmlformats.org/officeDocument/2006/relationships/image" Target="/ppt/media/image5.png" Id="R870fd21693484a11" /><Relationship Type="http://schemas.openxmlformats.org/officeDocument/2006/relationships/notesSlide" Target="/ppt/notesSlides/notesSlide9.xml" Id="Rccb68b71642f4a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7ff0fed0948da" /><Relationship Type="http://schemas.openxmlformats.org/officeDocument/2006/relationships/notesSlide" Target="/ppt/notesSlides/notesSlide10.xml" Id="R52c8a557846d49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072288c404055" /><Relationship Type="http://schemas.openxmlformats.org/officeDocument/2006/relationships/notesSlide" Target="/ppt/notesSlides/notesSlide11.xml" Id="R45ed9594d17c42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266c82fc4576" /><Relationship Type="http://schemas.openxmlformats.org/officeDocument/2006/relationships/notesSlide" Target="/ppt/notesSlides/notesSlide12.xml" Id="R22e8777f6fd34e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ed6249974a61" /><Relationship Type="http://schemas.openxmlformats.org/officeDocument/2006/relationships/notesSlide" Target="/ppt/notesSlides/notesSlide13.xml" Id="R0b423e064b9e46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8198c4fcf4487" /><Relationship Type="http://schemas.openxmlformats.org/officeDocument/2006/relationships/notesSlide" Target="/ppt/notesSlides/notesSlide14.xml" Id="R59736b6e54f745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064309a424dfb" /><Relationship Type="http://schemas.openxmlformats.org/officeDocument/2006/relationships/notesSlide" Target="/ppt/notesSlides/notesSlide15.xml" Id="R4d295bf50ecb4e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f83b597f44d68" /><Relationship Type="http://schemas.openxmlformats.org/officeDocument/2006/relationships/notesSlide" Target="/ppt/notesSlides/notesSlide16.xml" Id="Rb9593a679f2c48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d03c953704e63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BCC7D-670C-47D3-8A98-385DFEB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13AF7-6529-4953-9367-F631EE7C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CD7E4-A910-4468-805A-21A700E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3E223-FA0D-4630-B9BD-F6F8E2C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不投广告，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流量到底从哪里来？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29749-7E79-4997-B77F-A16F9239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E7E1D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7E1D6"/>
                </a:solidFill>
                <a:latin typeface="Arial"/>
                <a:ea typeface="Arial"/>
                <a:cs typeface="Arial"/>
              </a:rPr>
              <a:t>纯自然流量自媒体方案 · 90天验证版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22F94-F06F-4717-80E2-23FE80F2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604EE-4DB5-4E64-82A7-B5C229D7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1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不是“多发内容”。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1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是让平台看见：有人选择、有人看完、有人需要下一步。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21FB4-0898-4E4C-B8F7-C506DB17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810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 AD SPEND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92DEE-DEDA-4A58-AA7B-10C4B6C3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91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DED7C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ED7CD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995901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FF9AC-B181-46A2-AA77-65A71939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 / 自然流量的真相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7C632-BB6D-42C3-90E5-B01CA3F8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自然流量来自二次分发，不来自粉丝数。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CA8C9-BBA9-4052-A4FE-7BEAF369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新账号也会获得一小批测试曝光。观众的行为决定内容停在这里，还是被推给更多相似的人。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F6767-B1C4-4C9C-BE93-CA5B6EB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384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F3357-41AF-4677-B920-32DD401A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已有需求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AFB6B-CD41-4543-A23E-F2D4437C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DC0EA-A958-4296-BB8B-A765E581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有人正在搜索或反复讨论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5914B-9BDF-442E-B1F3-C0ABAF4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24166-460B-4E3A-975B-348A923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清晰承诺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A690A-7633-4B55-9378-F52C630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BEDBE-8472-41F1-8512-87CEE97E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004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标题、封面、第一秒就说清价值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331B2-1912-40E3-A691-A186208D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4D751-F1E4-42AF-965F-4E833CEC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观看满意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9652E-B70A-42D6-A00E-79CA9AB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177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9881B-1696-44A4-BBAD-94B04F0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选择观看、停留、看完、分享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38151-0AD9-4E9B-9F95-674B82D9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连续主题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B6955-705A-4440-9D41-3BD55EA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321F1-1F17-4EDF-ACF6-475DC178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平台知道应该把你推给谁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497B2-BFF8-421B-ABDC-803949E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515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C06B0-EB2A-4DCB-B51C-C377892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内容数量不是乘数。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3B166-689B-4BFA-87B4-FC33A1F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E7DED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DED4"/>
                </a:solidFill>
                <a:latin typeface="Arial"/>
                <a:ea typeface="Arial"/>
                <a:cs typeface="Arial"/>
              </a:rPr>
              <a:t>如果选题没有需求、开头没人停留、内容没有结论，连续发布只会连续失败。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81626-BA09-4A48-BC4C-FCB7606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23E59-71B9-42D8-940C-CDDF3ECF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8B7A0-ABE9-4DF9-A0CA-1E97F73A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3602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84AC4-CD69-4BEE-AA99-4E9277F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 / 平台公开机制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DC78-052E-4BB8-9D32-D921615B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平台不是奖励勤奋，它奖励观众行为。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CAA56-AA65-47FC-AE13-2048998C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两家平台的官方说明都指向同一件事：观众是否选择、停留、看完并觉得有价值。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add24eed4ab8"/>
          <a:srcRect xmlns:a="http://schemas.openxmlformats.org/drawingml/2006/main" l="0" t="16744" r="0" b="16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62200"/>
            <a:ext cx="4914900" cy="27241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1f861bd894d92"/>
          <a:srcRect xmlns:a="http://schemas.openxmlformats.org/drawingml/2006/main" l="0" t="16744" r="0" b="16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362200"/>
            <a:ext cx="4914900" cy="2724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38D92-5D45-4B11-9A1E-A05DE114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1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2ABE4-1BF2-45B9-B156-37AE6D6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491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10A39-C0C1-47EF-A0B4-C4AED0A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YOUTUBE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5010-7734-4FAC-866C-10981F38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选择观看 → 停留 → 满意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B3657-54AF-4B51-A2A8-D36C3EB2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3DFD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3DFD7"/>
                </a:solidFill>
                <a:latin typeface="Arial"/>
                <a:ea typeface="Arial"/>
                <a:cs typeface="Arial"/>
              </a:rPr>
              <a:t>TIKTOK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1F44C-9244-457C-9A88-072062A0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76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互动与观看时长通常权重更高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517F6-ECC9-41F3-A9DF-06C8A8AB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所以：不开场寒暄，不先讲品牌故事，不把核心判断藏到最后。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476D9-9477-4832-B596-CBA9C0B3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F76F3-E263-485C-B2F8-538A0EE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BE5B6-8B0A-402A-9634-396B0BE8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4948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6D9891-6268-4B93-B25E-B2297FB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 / 自然分发飞轮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0C7DD-D370-465E-918F-04B82799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你要搭的不是账号，是一条可重复的分发飞轮。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90098-9404-4530-9D31-9019555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每条内容都从一个真实问题开始，并用评论和路线提交生成下一个问题。</a:t>
            </a:r>
          </a:p>
        </p:txBody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A637FC4-7EA9-46D0-8F74-55A81621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8612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303C8C1C-2988-443E-A447-43AAFAB2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8612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695FD49B-C488-4CEE-8635-B782BDF5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8612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DBE0DE3C-4A19-4F0C-93E6-1F7A86BE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8612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4">
            <a:extLst xmlns:a="http://schemas.openxmlformats.org/drawingml/2006/main">
              <a:ext uri="{FF2B5EF4-FFF2-40B4-BE49-F238E27FC236}">
                <a16:creationId xmlns:a16="http://schemas.microsoft.com/office/drawing/2014/main" id="{FD2ED58C-5632-42C2-8384-8D627FF8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0">
            <a:extLst xmlns:a="http://schemas.openxmlformats.org/drawingml/2006/main">
              <a:ext uri="{FF2B5EF4-FFF2-40B4-BE49-F238E27FC236}">
                <a16:creationId xmlns:a16="http://schemas.microsoft.com/office/drawing/2014/main" id="{4007F295-93C1-42FE-A21A-6DB859A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447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8BEB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EC042-815C-4796-A1F5-38272166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149B6-79DD-49C3-B3C7-4CE37BA5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已有问题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F7E51-64A6-45FA-B432-9051548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搜索 / Reddit / 评论</a:t>
            </a:r>
          </a:p>
        </p:txBody>
      </p:sp>
      <p:sp>
        <p:nvSpPr>
          <p:cNvPr id="13" name="node-1">
            <a:extLst xmlns:a="http://schemas.openxmlformats.org/drawingml/2006/main">
              <a:ext uri="{FF2B5EF4-FFF2-40B4-BE49-F238E27FC236}">
                <a16:creationId xmlns:a16="http://schemas.microsoft.com/office/drawing/2014/main" id="{BC052832-E9DB-4BD2-95E9-8837D16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1447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86689-D422-44FF-B925-7A518F7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0D8C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D8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08D5A-28DB-473A-AC1A-6AD96396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明确判断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23E17-EDD1-4AA9-9AFB-F8AAD60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E8DDD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E8DDD3"/>
                </a:solidFill>
                <a:latin typeface="Arial"/>
                <a:ea typeface="Arial"/>
                <a:cs typeface="Arial"/>
              </a:rPr>
              <a:t>删什么、留什么、为什么</a:t>
            </a:r>
          </a:p>
        </p:txBody>
      </p:sp>
      <p:sp>
        <p:nvSpPr>
          <p:cNvPr id="17" name="node-2">
            <a:extLst xmlns:a="http://schemas.openxmlformats.org/drawingml/2006/main">
              <a:ext uri="{FF2B5EF4-FFF2-40B4-BE49-F238E27FC236}">
                <a16:creationId xmlns:a16="http://schemas.microsoft.com/office/drawing/2014/main" id="{43DCD5AF-DD5B-416C-8B1A-D37EEF3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1447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8BEB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658D9-3559-4261-B8F4-CB7354A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D0529-AFC3-4B7A-ADC1-366915A8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小样本曝光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BAE10-3180-449A-9051-CFCF29EC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搜索结果或推荐测试</a:t>
            </a:r>
          </a:p>
        </p:txBody>
      </p:sp>
      <p:sp>
        <p:nvSpPr>
          <p:cNvPr id="21" name="node-3">
            <a:extLst xmlns:a="http://schemas.openxmlformats.org/drawingml/2006/main">
              <a:ext uri="{FF2B5EF4-FFF2-40B4-BE49-F238E27FC236}">
                <a16:creationId xmlns:a16="http://schemas.microsoft.com/office/drawing/2014/main" id="{656B4C75-D0F3-488C-B2DF-BC6C04E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447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8BEB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DC0D7-675F-4F86-9301-9ED7F0F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BF5C7-2FED-48C3-A080-16E81A1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观众行为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BC521-2DE0-4C55-B691-C59BE11E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点击 / 停留 / 分享</a:t>
            </a:r>
          </a:p>
        </p:txBody>
      </p:sp>
      <p:sp>
        <p:nvSpPr>
          <p:cNvPr id="25" name="node-4">
            <a:extLst xmlns:a="http://schemas.openxmlformats.org/drawingml/2006/main">
              <a:ext uri="{FF2B5EF4-FFF2-40B4-BE49-F238E27FC236}">
                <a16:creationId xmlns:a16="http://schemas.microsoft.com/office/drawing/2014/main" id="{929A2B58-E0C8-4217-8060-025EEABA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1447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8BEB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9DE6D-43DB-49C0-838E-E4914B28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AA6CE-26BD-4052-8994-5AA3D538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扩大分发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2E0803-5968-4B42-9C98-85B5E5F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推给更多相似用户</a:t>
            </a:r>
          </a:p>
        </p:txBody>
      </p:sp>
      <p:sp>
        <p:nvSpPr>
          <p:cNvPr id="29" name="node-5">
            <a:extLst xmlns:a="http://schemas.openxmlformats.org/drawingml/2006/main">
              <a:ext uri="{FF2B5EF4-FFF2-40B4-BE49-F238E27FC236}">
                <a16:creationId xmlns:a16="http://schemas.microsoft.com/office/drawing/2014/main" id="{CFE79683-A49B-4433-8093-D6A3F7E0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447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CA46D-23EE-4807-8BFF-61A1D759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0D8C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D8C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3BDE48-5982-4B83-ABEC-F2771D5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路线对话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04C9F-F250-4C94-AB1D-62DF6C51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E8DDD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E8DDD3"/>
                </a:solidFill>
                <a:latin typeface="Arial"/>
                <a:ea typeface="Arial"/>
                <a:cs typeface="Arial"/>
              </a:rPr>
              <a:t>评论 / 私信 / 表单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79DCC-44FB-4E75-B9EB-2562260F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30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C9C605-0EE5-4AF7-8B6F-BAF2189A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526A56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526A56"/>
                </a:solidFill>
                <a:latin typeface="Georgia"/>
                <a:ea typeface="Georgia"/>
                <a:cs typeface="Georgia"/>
              </a:rPr>
              <a:t>你能控制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A578B0-BCB5-42D4-920B-198959B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选题、承诺、结构、判断、持续回答。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AC6C6-364D-427A-B391-09154BE1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你不能控制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7E7772-6A56-4471-92C0-32EC9440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平台给多少初始曝光、哪一条突然爆发。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DE4EDE-EAE8-4F52-9405-5A14198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1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做自然流量，就是把可控部分做成稳定系统。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5792BE-51B8-4905-8F09-F376D8F9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509565-54DA-467C-9FFF-381F1C9F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B367C6-E1E4-4A21-9FD8-0C412DF6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2831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F17C4-5D4F-493D-93CF-260D440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 / 题型机会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982E2-B3D2-46B9-9128-493AF37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公开样本里，“避免损失”比普通攻略更有点击理由。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E7B65-8A4A-4182-A4D6-B0D127E4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这不是全量搜索量数据，但能看见一个稳定包装：Mistakes、Wish I Knew、Save Money、Watch First。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2f799536b49ee"/>
          <a:srcRect xmlns:a="http://schemas.openxmlformats.org/drawingml/2006/main" l="0" t="18204" r="0" b="18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43150"/>
            <a:ext cx="6362700" cy="3371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1F706-5BB6-43FD-8512-07163CC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33718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F953D-4544-4987-9854-C26F209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你的独特题型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48059-9268-4953-9399-3804004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I would cut one city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from this China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2D2D3-AD45-4E3E-AF76-4D13184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B3EB2-FC0E-4C38-A875-009545F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14850"/>
            <a:ext cx="2552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DD4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D4C9"/>
                </a:solidFill>
                <a:latin typeface="Arial"/>
                <a:ea typeface="Arial"/>
                <a:cs typeface="Arial"/>
              </a:rPr>
              <a:t>普通攻略列清单；你公开承担取舍。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DD4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D4C9"/>
                </a:solidFill>
                <a:latin typeface="Arial"/>
                <a:ea typeface="Arial"/>
                <a:cs typeface="Arial"/>
              </a:rPr>
              <a:t>这同时制造点击理由和付费理由。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A6764-8BB4-4793-BB48-CF001BE9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E4E79-3D24-4518-809A-CFF41252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C38A5-7F86-4705-8CC5-C215BA7A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0871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C8BD1-4441-4A39-BBA3-2D027E5C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05 / 信任来源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83571-9636-4519-9F0B-DFA874D4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真正的账号，不是一个数据库品牌。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是一个敢做判断的人。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AB16D-DBD5-4994-8848-61CC027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DFD6C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FD6CA"/>
                </a:solidFill>
                <a:latin typeface="Arial"/>
                <a:ea typeface="Arial"/>
                <a:cs typeface="Arial"/>
              </a:rPr>
              <a:t>你的经历本身，就是最难复制的内容资产。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68ED7-F64F-436D-90DD-1B18EAD4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AD14F-4555-41B1-8183-A10883B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产品经理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E189E-353C-4B2C-9EE5-D57F707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76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懂亲子旅游、节奏与交付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A394D-2149-477B-9DE5-97AF4DFB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A635C-B7EE-404B-9AB3-ACF7A5D5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背包客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109D1-0472-4EC1-8AC1-93074CD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52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理解独立旅行者的真实选择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14F46-B4FD-40BC-81C3-1A5371E2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503E3-D0F4-43BC-9701-B412EAB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上海生活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CA03D-748D-4DF2-99AF-7802145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2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能持续观察首发城市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59E03-4777-4F9C-9A56-B2467B2D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BCC6F-C366-4092-85CA-0FB48D80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重庆人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0DD3B-2AB0-4A3A-B4C2-A378D14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05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不是把重庆只讲成“赛博朋克”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C51AB-811B-4774-B8A1-DFCA77E3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41BBB-8A40-4611-A023-7DE5F8B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泉州旅居一年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9A0F4-780E-4016-ACE7-BFCB238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81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拥有在地资源和长期细节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72D80-6C56-4D17-9E63-7116C561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733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0AE7F-72D2-477F-B3BB-8DCA842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1DD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1DDD4"/>
                </a:solidFill>
                <a:latin typeface="Arial"/>
                <a:ea typeface="Arial"/>
                <a:cs typeface="Arial"/>
              </a:rPr>
              <a:t>ACCOUNT BIO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A4C57-9073-4F19-BB59-83CEA9E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7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Chinese travel product manager.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Shanghai-based, Chongqing-born.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I audit independent China itineraries: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keep, cut, reorder, verify.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4348E-FEA2-4509-AAF4-CF55118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720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2DDD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DDD3"/>
                </a:solidFill>
                <a:latin typeface="Arial"/>
                <a:ea typeface="Arial"/>
                <a:cs typeface="Arial"/>
              </a:rPr>
              <a:t>不要把 RAG、AI、数据库写在简介第一行。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C38F9-23CB-4F30-BBB1-4668B0C2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97A32-FB53-41F7-AD8F-34FAF40D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DD80A-C729-4E63-B4E3-74B7C0B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9978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6B702-E8E1-4C0A-AFC3-3C78E441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06 / 内容架构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6BCA7-9B68-4C52-AEEF-A9EBDD0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只做3个栏目，平台才知道应该把你推给谁。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29A31-BE7B-4FFB-9217-25B141CA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不按13个城市拆13个账号；围绕同一个人群、同一种决策，反复建立主题信号。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57940-E6BE-480C-BAEF-C08659A0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60%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60347-35E6-40DD-8160-52331E50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76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CAN THIS CHINA TRIP WORK?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6B3AE-8C13-48DC-90B1-D56BBD6B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00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审查真实路线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E2567-1CE9-4A0E-8719-86D9DF80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193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城市太多 / 顺序不顺 / 节奏过满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58127-94E6-4F65-A945-1391CF95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F3613-F20C-421F-8C6B-5269E4F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45F8A-1CF8-44E8-9139-6313A2DF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43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CHINA FRICTION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0FE27-A803-4C1E-9B01-AA0730D8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67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讲清落地摩擦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5315D-FF81-4227-92F4-4CB18632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门到门转场 / 首日恢复 / 亲子体力 / 预约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B8AC-30A0-4E1E-A6B1-C4CC0E8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37852-C6DC-44C3-9016-F691826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839CC-60E0-40AB-84F7-60912986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ONE CITY, ONE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81138-DD17-4D6A-AFC1-DE6DE5F8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33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城市之间做取舍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0A2EB-E3A5-4616-A2BB-7D8265F9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529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上海还是杭州 / 成都还是重庆 / 要不要加桂林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F1FC0-3E12-43DB-A01F-EDA20461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DAEC1-B20D-4C9E-84B6-7A1724F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4B245-9B28-4DD8-A486-F8BE590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入口内容可以讲App与支付，但所有内容最终都要回到“这条路线该怎么改”。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F27A8-6C3C-4FD9-956C-9C050E95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89190-B7D9-49B7-B542-C8AC77CA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18A7B-F5D1-42F2-84FC-405BF9D9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0156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6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4F4B2-0B09-4382-8AD5-A7B40F45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F0D9C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D9CE"/>
                </a:solidFill>
                <a:latin typeface="Arial"/>
                <a:ea typeface="Arial"/>
                <a:cs typeface="Arial"/>
              </a:rPr>
              <a:t>07 / 短视频结构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EAFB7-D59C-4757-B6C5-4287617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短视频的任务不是讲完攻略，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是让人停下并留下路线。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26A4B-D702-4B8F-8C0C-FC3E033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2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866AF-FB51-4434-8D4C-FED59FF5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2D9C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D9CD"/>
                </a:solidFill>
                <a:latin typeface="Arial"/>
                <a:ea typeface="Arial"/>
                <a:cs typeface="Arial"/>
              </a:rPr>
              <a:t>0–2s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3C9E8-DCE8-4556-A5D4-E7AAECFA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7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DCC3B-E7B0-4380-9F8A-835BEC7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24125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1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1" i="1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“14 days. 5 cities. I would cut one.”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CD58A-C852-4515-BA3B-A51CB3D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2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0A588-B83F-4BCE-A847-348259F0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2D9C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D9CD"/>
                </a:solidFill>
                <a:latin typeface="Arial"/>
                <a:ea typeface="Arial"/>
                <a:cs typeface="Arial"/>
              </a:rPr>
              <a:t>2–7s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4249E-ED62-429F-B207-F320AA0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90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SHOW THE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EDA23-DD0E-4BB7-A5BA-9E1025A0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路线直接上屏，不做自我介绍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F84C9-01C8-4C12-980D-E5F9AFC9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2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4F068-2EF6-4E12-AFC8-9C1E7C21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2D9C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D9CD"/>
                </a:solidFill>
                <a:latin typeface="Arial"/>
                <a:ea typeface="Arial"/>
                <a:cs typeface="Arial"/>
              </a:rPr>
              <a:t>7–25s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9CAFB-D0FE-4909-AE4D-53CA99CA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ONE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1D489-F169-47D1-B452-25D155BB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“The train is 2 hours. The transfer eats half a day.”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6BBEB-8017-4D4A-BC84-45AEC67D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2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2B222-05C1-4142-A3C3-7976AB6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2D9C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D9CD"/>
                </a:solidFill>
                <a:latin typeface="Arial"/>
                <a:ea typeface="Arial"/>
                <a:cs typeface="Arial"/>
              </a:rPr>
              <a:t>25–45s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AF27D-6ADB-456B-84EF-6D810AC9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29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BETTER 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444E1-A6E2-4388-B713-079C7487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展示删减或重排后的路线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BB0ED-F3BE-4443-8AED-DFF3AAE5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CD2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27565-65A8-4F61-8D85-8629D5DB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2D9C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D9CD"/>
                </a:solidFill>
                <a:latin typeface="Arial"/>
                <a:ea typeface="Arial"/>
                <a:cs typeface="Arial"/>
              </a:rPr>
              <a:t>45–55s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A18BD-EAAF-4B7C-BA65-EC3C4845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48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COMMENT 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4F5CF-B8B2-4E53-8CF4-70C393CB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00625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“Comment your dates + cities.”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F1063-8C4D-47CF-A3E3-8F66AC6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5D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E5DE"/>
                </a:solidFill>
                <a:latin typeface="Arial"/>
                <a:ea typeface="Arial"/>
                <a:cs typeface="Arial"/>
              </a:rPr>
              <a:t>不要在一条视频里讲支付、景点、酒店、交通和文化。一个视频只解决一个取舍。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60565-384E-4C22-926C-E90F018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2C9B0-03F7-4342-BAF6-6A5AFD2A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90319-9191-4A38-8DE2-AA44CAF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580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E3155-773D-4B92-AA7B-F376C3C5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08 / YOUTUBE主阵地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5507C-23C1-472D-8F65-D59B02DC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长视频从搜索拿第一批人，再靠满意度进入推荐。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78368-E573-4F9A-BE2A-8E7AF6B5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先回答明确查询，再把观看时长、观看百分比和满意度做出来。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fd21693484a11"/>
          <a:srcRect xmlns:a="http://schemas.openxmlformats.org/drawingml/2006/main" l="0" t="16535" r="0" b="16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43150"/>
            <a:ext cx="5772150" cy="3219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817E7-AB6E-45FD-9229-57C94C7B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67C48-EC50-42DE-A583-FE8704B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670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Can You Really Do Beijing, Shanghai,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Chengdu and Chongqing in 14 Days?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4B78E-1F35-4022-8062-676A0586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04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9ADEC-E894-44FB-8B34-F1543B76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50110-E611-48FD-B7AA-864C1E0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67150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先给答案，不做旅行vlog式铺垫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3B31E-E42E-4836-AE16-F3D98FC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481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8EAF-AEEC-430E-B9E4-31E5E741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把原路线和真实门到门时间放上屏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0408B-BC2A-4E58-A95E-3D94A043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1C195-1382-42D7-8768-C7854345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91050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讲3个关键取舍，而不是列景点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ABE82-3D6D-4796-BEF6-AD64395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07:00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BBCE2-088E-4803-89B2-7205D7F7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53000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展示可执行替代路线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1CCAA-083D-40C8-91D3-7DEA3BBB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09:00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DC024-D51B-4F94-85D6-677A732B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14950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邀请提交自己的路线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057BF-87BA-4C63-9876-E1716CF2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FAD4A-C44E-4BBA-AA0A-FBF58FCF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26470-9100-4DC1-A150-643D6D0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351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EC88E-A82E-41E4-8E48-238F8F8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09 / REDDIT与社区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34C85-FEA0-4FF5-9534-63606DBE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Reddit不是导流场，是选题池和信任场。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CC190-0F8E-4267-9C3D-63BCEF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第一阶段不追求每条都放链接。先让用户认识你是“会做取舍的人”。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C2E35-90A4-4202-B948-FCE29EF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B8813-0ABD-4316-8D4C-2E64BE1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SHORT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53D98-6AA6-4690-BD94-3E12B79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683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先说结论：Yes / No / I would cut one city.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F37A7-256D-48DC-8600-822B251C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B8E1F-A9F2-4217-9D0D-0F3F7A2A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EFA3D-2258-4635-A682-71B367A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0F27A-C2A8-491A-9583-9CC685B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683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只解释最重要的一个原因。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D6A57-87D9-487C-9FEF-5B13ACAF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17038-440C-4538-AC56-D677780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3B797-5737-4534-8D58-913B86CE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WHAT I WOULD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EA735-8739-4F71-BF6A-353BCDDB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683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给一个重新排序或删减版本。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EFF91-559A-4ADC-BA40-517D996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F23FA-D8E4-46D2-847A-330D6C94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72186-113F-4EE6-B159-11CF3339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WHEN THIS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83B93-7A29-4881-889B-585B7B3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9600"/>
            <a:ext cx="683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日期、体力、亲子、兴趣不同，答案也会变。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2C857-065A-49F5-B105-A184EC0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C03AC-738F-44DE-A06F-A0095F60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AEE99-A257-409F-9222-21DCEEFB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572DE-1D59-41AC-80B8-D127ED5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683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1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350" b="1" i="1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“Share dates + pace, and I’ll tell you what I’d rethink first.”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33B5D-E30D-404C-AF57-B1E7C0F6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324C8-2776-4B01-9055-F08706D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85B13-1B67-4618-B2D5-4644B15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规则：先读社区规则；标题事实化；有帮助比自我宣传重要；被追问时再给样例或表单。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CA04D-BAFE-4CBA-B89A-A2FE0FBE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E5EA00-8CAD-4364-B4B0-5BEC07B2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37E3A-CE1C-4C4A-88E3-6CCAF68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31565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97F787-6133-4414-A1E2-0B85A80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10 / 内容生产系统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7DCA9-788E-417A-B474-642E58A2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一个真实问题，拆成7个分发单元。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4B148-93A8-40BC-AE71-C734E18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D5CDC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DC1"/>
                </a:solidFill>
                <a:latin typeface="Arial"/>
                <a:ea typeface="Arial"/>
                <a:cs typeface="Arial"/>
              </a:rPr>
              <a:t>不是把同一条视频复制七遍，而是让同一个判断适配不同平台。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E65D3-8A9B-4E73-AA51-81B99FB2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114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9314A-FFD5-416D-A15B-B1584F4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2DCD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DCD2"/>
                </a:solidFill>
                <a:latin typeface="Arial"/>
                <a:ea typeface="Arial"/>
                <a:cs typeface="Arial"/>
              </a:rPr>
              <a:t>ONE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E797C-7597-40B4-AABF-B26A918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3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“14 days.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5 cities.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What should go?”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1382E-82AD-4684-A49A-F5408124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82FE2-96A8-4E63-BBA5-1E0836E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rPr>
              <a:t>1×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7BDFB-8FE6-499A-9CF9-8C604F06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YouTube长视频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725E0-9A42-4DCD-9DCC-BCF87A0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24B3B-B674-44BA-B238-A4A4E434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搜索与信任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B52AD-6EC8-4763-A26B-FA19799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A17AF-838B-4DDD-8025-31A019AF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rPr>
              <a:t>3×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FFBAF-3665-48F7-9A04-102BDA9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Shorts / TikTok / Reels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DDE1D-0211-4595-8E7F-DE9D905A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956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CA356-24E3-4754-9FB0-E70373F8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发现与评论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72607-3883-4073-A05A-45B5C9B5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A31E2-870C-4149-B58D-22DD88D7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rPr>
              <a:t>1×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F586B-F976-48D8-91AF-B52CF70D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Reddit完整回答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C93AC-39B6-4832-9D60-96A72F8E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D81D2-E9C7-4911-BBBA-F596188B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选题与可信度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DEEA9-4259-4A76-9564-E37B2E9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434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A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C11A9-5C59-4450-A55A-C60B8F3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rPr>
              <a:t>1×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D82D3-13C8-4A1D-A0AA-E8734FA5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Google问题页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9CB43-9E01-435B-87F5-1EC7AC78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E0D70-8B52-4ABE-A064-47EF3CC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长期搜索资产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EB5F9-2E97-49AC-B14B-598E7D31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386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E0B067"/>
                </a:solidFill>
                <a:latin typeface="Georgia"/>
                <a:ea typeface="Georgia"/>
                <a:cs typeface="Georgia"/>
              </a:rPr>
              <a:t>1×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82D43-AC5B-4EB2-82F4-D6F1EC1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邮件 / 路线案例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DFC47-ABC9-44E8-8B1D-BCAE5AA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F7F4E-993C-4BC1-8451-E2C7638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14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沉淀与转化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262EB-8E2D-4E64-9073-081FD74A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E2D9C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2D9CE"/>
                </a:solidFill>
                <a:latin typeface="Arial"/>
                <a:ea typeface="Arial"/>
                <a:cs typeface="Arial"/>
              </a:rPr>
              <a:t>Google需要原创、第一手、完整回答；你的数据库与人工判断正好提供“额外价值”。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2F002-2176-4190-9E1F-5E4CD6A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C53A1-F4FE-403E-A14C-F152650D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5C835C-28AE-46C7-BAFB-0152724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5760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91BBB-018D-48B2-93AD-105AF22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11 / 选题机制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44976-4B7D-4271-8FB1-4037A03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选题不是拍脑袋，来自4个真实问题池。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21177-9283-4B15-81C8-44B576EF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每周只挑一个能做出明确判断的问题，再围绕它做完整分发。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8C883-3511-404A-AE52-22CFCA1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6358F-0DE3-4DCF-9B6F-BBAEA9A8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搜索需求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4BBAC-0CFB-43E0-950D-61634D3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YouTube / Google 自动补全与当前结果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3296D-D9C8-44BC-8726-4A34EC81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77C9B-6422-4891-92F5-B9D03D5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D61CC-3C72-4D0A-B90C-53391C51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社区问题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CD6C6-12B1-4947-BE96-24FD95E4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Reddit正在讨论的具体路线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A5197-9F6F-46A1-B229-5EF0B0F7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FDC3E-6625-4DCA-A4B6-26648879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CA00F-91B7-4CBF-A5E6-91E113CC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客户原话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4320D-0D9D-4D91-9412-EC2B06E0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评论、私信、Route Signal 表单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585A6-DF46-4B97-BAA1-91D582F2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52144-6593-4B68-963B-7D2496C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90915-6D7D-43C7-BC17-959EE799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数据库差异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E7D26-CFCD-4BCE-B1C2-4FBBA90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门到门时间、体力、雨天、验证状态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B2299-9688-4A18-9CD5-24D82CBC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29F65-2ED7-4000-BE06-7D20C3C9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895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EC01B-977B-44A1-9B2D-C2E3CFED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选题评分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F9B72-B1F8-4CDE-B98E-E7D0EED6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266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问题明确度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×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受众规模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×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付费距离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×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E0D7CC"/>
                </a:solidFill>
                <a:latin typeface="Georgia"/>
                <a:ea typeface="Georgia"/>
                <a:cs typeface="Georgia"/>
              </a:rPr>
              <a:t>你能给出不同答案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904CD-BA7A-4C23-85C0-AEAEAAE1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673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低分问题不拍。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1F9EB-EC64-4AD0-A958-DAECF4A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7C251-B99A-4CAD-B4CC-3DB85EFA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48FB0-1A4C-452B-8903-3089968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41331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C06B2B-0F51-4465-8875-B8FB482F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12 / 首月选题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EDDA5-3E49-47E0-9540-4100A8B1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第一个月就拍这12条，不需要先做全城攻略。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5F075-3A1C-4D52-B41E-A2D79D0A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英文标题直接对应搜索、点击理由和你的付费产品。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B6640-71CA-4CBA-B242-8B7BE04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786F2-AC59-44C3-81F3-0FC6881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14 Days, 5 Cities: I Would Cut 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182AB-A63D-48C4-BE86-13E86F8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98B1E-1939-4C90-A82D-1C02D35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ED10D-96F4-422B-A433-0DC67AE8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Chengdu and Chongqing Are Not the Same Trip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9729D-42D1-4B9A-AF68-9857CBAE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E23A1-90FE-4311-945E-E05587E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3B8BD-09BF-49E3-B7EE-A1F0F5FE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Your First Day in China Is Too Full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7D203-809D-413E-8FD2-954A4100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569FD-E739-453F-A8CD-9E2EB3D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E72DE-118D-4BCA-9224-D2CB4B01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Shanghai–Suzhou–Hangzhou in 5 Days?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F1262-50F8-41A3-8A41-CFF6A794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3F05E-DF70-4A54-9FA0-ECCB4DF5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189F3-1BC2-4A87-BE28-5F9C06C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The Train Takes 2 Hours. The Transfer Takes Half a 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95AEB-3683-440A-BA46-E27A8D9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C8DD4-94A4-480E-B0B2-2784CDB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735BF-C3CF-456B-8B45-5072834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Three Beautiful AI Itinerary Mistakes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3A943-5910-4069-9788-847CAE2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AD4A8-2586-4FEE-A507-00485680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7AD6F-4180-4DEF-81F4-89CD55A4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Beijing, Shanghai, Chengdu, Chongqing in 14 Days?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65510-F824-44E6-9DD8-BC629A63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514E5-32CA-4840-8DD4-8741743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75417-42C7-4F13-A955-FE788E9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China With Kids: One Major Stop Before Lunch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45F324-829C-41B8-85DA-0FD73098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BF178-BE37-4A00-BC52-D47809A4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4BDCF-39F7-439D-9BEE-A8CC6993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Why “Top 10 Shanghai” Makes a Bad Day 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B7DA2-3EF0-451F-9D72-E0E8B6C8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DB8B9-F226-48C9-A3AA-25001C91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0F690-EE54-486E-BB00-4BE9463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Should You Add Guilin to a 2-Week China Trip?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935859-C0E3-4A1D-BF81-4CAD41C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8CD5A2-26BF-4463-AA57-FAF45A18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43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D5B0A7-AE11-42BD-9638-CF0D44F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What I Would Change in This Reddit Itinerary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140D5-869E-4F41-B73A-50FFBC4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FC413-27D4-4671-947A-3729B6A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08E8B2-5936-48FC-AA24-72A9E823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95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A Slow Shanghai Route for Architecture Lovers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F2040E-55E5-4D88-98B2-4D65734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340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506AB-DD8C-4026-ACDE-F4F83A0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22803F-E104-4146-8421-8714380E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0F540-2A25-4493-8142-49352156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43761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A19A81-7F31-4F7B-B275-902B5C9E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13 / 工作量与分工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EE2DB-C3FC-48F3-9B35-5774E042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自然流量不是免费的：它用每周4–6小时换数据。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D2EE7-90D1-48E7-95E7-53D55B03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这是有AI辅助、围绕一个周主题复用内容后的用户时间估算；第一周搭模板会更慢。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FC027-DAC7-45E0-A1A2-6C4EFD3F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你负责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FC1A7-7096-4964-BBD3-0CFD9BBF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D1F21-4E6A-488A-9C10-18B8EE8F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做最终路线判断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F46F3-8359-40B7-A3F9-8FB04B4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346A2-D809-40FD-98BD-397953A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录一段核心声音或出镜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EDD1C-E31E-45E6-9E84-A0B1C018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96302-1C1D-4451-88F0-A28A941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确认事实与边界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616C-CAF4-40A2-ACBD-A688338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8DCF3-C857-458B-91D8-CC90A1FB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每天15–20分钟回复评论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6B85D-9AA4-43B1-8265-0DB1583C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78D39-37D2-4630-A98F-B2B51DDE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我可以承担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D31B8-F5E0-4F44-93C7-A015DD32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526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A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E3FFC-D1F0-4BB7-9C40-52B97680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找真实问题与资料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F97DC-1BA2-4EA4-A816-726DB422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526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A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F6603-2A78-4C4B-AC9F-2254C50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52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写英文脚本、标题和字幕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FCFEE-642B-4589-A27C-A26C944C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526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A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70962-07BE-46FF-AF6C-7170413D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48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拆成长短视频与页面稿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74911-9424-4D05-868D-DA5DDBD3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526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A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21AD6-4826-4524-B434-B0079B33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整理数据并做每周复盘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4E015-700C-4F40-93F8-033A457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657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70E19-C08F-4CC9-BB70-3B63F08B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908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E0B06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E0B067"/>
                </a:solidFill>
                <a:latin typeface="Georgia"/>
                <a:ea typeface="Georgia"/>
                <a:cs typeface="Georgia"/>
              </a:rPr>
              <a:t>每周产出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C1DCF-13A6-4B7E-BCF0-47A98840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69311-BEF5-4E9D-AA6D-CD6ADE88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长视频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B5A68-B28E-4C52-B0CD-541B2DC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8620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16CD7-5EF8-458E-B2D0-D2DD478F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86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短视频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7AA5F5-7D52-458C-B508-860EBFC3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0535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611DB-2FBC-440B-AA26-671CB37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673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社区回答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B7277-CD4A-4C94-B41A-B29301E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32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3BBBC-C42B-4DD8-83CE-F573943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英文能力不必成为瓶颈：你用中文做判断，我负责英文脚本；发布前你只需要确认意思和事实。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35619A-86D5-42BA-AA7B-6B779B8A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FC8EF8-69C4-4632-A7DB-069AC69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1E0AAC-FFA8-40DE-B0A5-423DCFE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87879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A90A1-DB6F-4487-8E32-DC7950EA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14 / 90天验证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FA67-B17A-430E-9977-C188ECA1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90天只看“能不能产生路线对话”，不看粉丝虚荣。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AE6D-1A35-4288-BFF4-4E92572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所有目标都是验证目标，不是流量或收入保证。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769E5-C16B-4411-BE95-3BE7EA5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DAY 1–30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D48F9-9991-4133-9821-750E4CD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找出一个胜出格式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3B1C8-2C74-419A-AE8E-852231D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4长 + 12短 + 20回答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目标：10次路线对话 / 3个付费审查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0B7C9-37B9-49C7-BC7F-ACC20A8D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0030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22B5E-41F2-4177-B42C-7CFF5E4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DAY 31–60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07445-F4D1-4654-8CD6-595DBAC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把胜出格式做成系列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5E9EF-23BA-4335-A564-633FEA99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只加码前2个栏目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建立播放列表与连续标题结构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3CA1B-575C-4EDF-8D2F-00D3A9A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827A-DD5A-4B15-969E-7C7B9FA8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DAY 61–90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04CCE-3D5C-4C08-93DE-37FBFDEC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用真实案例增强转化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0B577-5D2E-485D-8DAC-5256D4A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发布前后路线、客户反馈与更新说明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把路线提交变成稳定入口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68F3E-5A91-418F-B0EA-429F74F2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3CA1D-9B2B-4190-91F4-833B8142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发现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DAA52-AF5F-409D-AE4C-A8977DE7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展示 / 搜索词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D9196-9899-4163-B162-66E5FA1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停留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66EA0-7B2E-4FFE-874E-1A008263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点击率 / 观看时长 / 完播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52017-9277-482D-BD04-5E1E093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768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信任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C21A1-B52C-4A6B-8DC1-3C8B099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388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收藏 / 分享 / 有内容的评论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E374B-CE71-4B40-94DE-5414BEC8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768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生意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8294E-9A1C-4F7E-9F5B-ACB2019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路线评论 / 私信 / 表单 / US$39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03D0D-EA81-44DF-B012-5D9BE07E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17E30-9B1D-40C1-8259-7CF4F34F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DAB59-1D6C-406F-BF3D-B774E62B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1936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C842E-0C86-45F8-94E9-EB632A6A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15 / 第一周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90DD7-796E-467A-90FC-465D046D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52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第一周不追求爆款。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4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只验证3个陌生人愿不愿意留下路线。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8214B-4F6F-4C26-B522-90452335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B38A4-2D28-4B55-892F-FE47118C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统一英文账号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ED48A-C9E9-4F5C-A8E5-E049BCA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一个YouTube、TikTok、Reddit身份；不按城市拆号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4DD88-3EE1-4D70-B260-B4F083F3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5A830-56C0-4899-86C4-66689E4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6CCA7-34C9-45F1-A9A8-C60E4DC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发布一个标志性格式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860BD-C132-4E4D-9241-267CCEC5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14 Days. 5 Cities. I Would Cut 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FD042-BE44-43BB-B0C7-7A04158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40F37-4E48-45FB-BDF9-8E958B4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8E69C-647A-46ED-AC0B-916B5676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回答5个真实问题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5FD8E-F18A-4C0B-9450-78E9E881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从Reddit和YouTube搜索里找到正在规划的人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101FD-CB00-4867-9680-120259F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F226E-78CF-4D46-B5E1-33798721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CEAFD-2D41-4F17-98D6-3D79FDEE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统一一个行动指令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1F321-791A-4D9D-BA3F-391F440B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Comment your dates + cities.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175D0-B88A-4269-A43A-90890B7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6BA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22F9B-59E0-4C4B-875B-A155D3E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B71CE-3DFF-454C-A96A-07505D15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864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目标不是涨粉。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目标是获得第一批真实路线。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B8C84-929A-4F30-9F87-1E97474D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A Deeper China · Organic Media Playbook · 2026.08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504AE-50D1-41DD-A870-9841C011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A470A-91D2-4551-AAEE-C159A64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A DEEPER CHINA / ORGANIC MEDIA PLAYBOOK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5FA73-6C12-4484-BD25-32894D8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 i="0">
                <a:solidFill>
                  <a:srgbClr val="D6CEC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CEC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42779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2026-08-09T02:44:06.1410000Z</dcterms:created>
  <dcterms:modified xsi:type="dcterms:W3CDTF">2026-08-09T02:44:06.1410000Z</dcterms:modified>
</coreProperties>
</file>